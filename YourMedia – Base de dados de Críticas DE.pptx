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4" r:id="rId8"/>
    <p:sldId id="265" r:id="rId9"/>
    <p:sldId id="266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6169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01669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902024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4371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38748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89872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58577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108812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923299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84630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7270505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153979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51420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 com 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7167269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iro ou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t-PT"/>
              <a:t>Clique para editar os estilos do texto de Modelo Global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428224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01484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76822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DF12D24-041E-47B5-A04A-AD40504B93F3}" type="datetimeFigureOut">
              <a:rPr lang="pt-PT" smtClean="0"/>
              <a:t>21/06/2022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EAD17C76-0660-4369-AE66-9595E1B0FDAE}" type="slidenum">
              <a:rPr lang="pt-PT" smtClean="0"/>
              <a:t>‹nº›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8275203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3CTDktONccw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EB3C5C-2864-7E6A-9C4C-E31F8D8C57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PT" dirty="0" err="1"/>
              <a:t>YourMedia</a:t>
            </a:r>
            <a:r>
              <a:rPr lang="pt-PT" dirty="0"/>
              <a:t> – Base de dados de Críticas DE FILMES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32643EC-02E0-2181-84EC-FB3C084CB80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PT" dirty="0"/>
              <a:t>Nuno Cunha - 98124</a:t>
            </a:r>
          </a:p>
          <a:p>
            <a:r>
              <a:rPr lang="pt-PT" dirty="0"/>
              <a:t>Filipe Silveira - 97981</a:t>
            </a:r>
          </a:p>
        </p:txBody>
      </p:sp>
    </p:spTree>
    <p:extLst>
      <p:ext uri="{BB962C8B-B14F-4D97-AF65-F5344CB8AC3E}">
        <p14:creationId xmlns:p14="http://schemas.microsoft.com/office/powerpoint/2010/main" val="270062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/>
              <a:t>Introdução</a:t>
            </a:r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776962"/>
            <a:ext cx="8534400" cy="4516709"/>
          </a:xfrm>
        </p:spPr>
        <p:txBody>
          <a:bodyPr>
            <a:normAutofit/>
          </a:bodyPr>
          <a:lstStyle/>
          <a:p>
            <a:r>
              <a:rPr lang="pt-PT" dirty="0" err="1">
                <a:solidFill>
                  <a:schemeClr val="bg1"/>
                </a:solidFill>
              </a:rPr>
              <a:t>YourMedia</a:t>
            </a:r>
            <a:r>
              <a:rPr lang="pt-PT" dirty="0">
                <a:solidFill>
                  <a:schemeClr val="bg1"/>
                </a:solidFill>
              </a:rPr>
              <a:t> é um serviço de críticas sobre filmes e series, este serviço permite: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pPr lvl="1"/>
            <a:r>
              <a:rPr lang="pt-PT" dirty="0">
                <a:solidFill>
                  <a:schemeClr val="bg1"/>
                </a:solidFill>
              </a:rPr>
              <a:t>Avaliar filmes e séries </a:t>
            </a:r>
          </a:p>
          <a:p>
            <a:pPr lvl="1"/>
            <a:r>
              <a:rPr lang="pt-PT" dirty="0">
                <a:solidFill>
                  <a:schemeClr val="bg1"/>
                </a:solidFill>
              </a:rPr>
              <a:t>Consultar/alterar dados pessoais </a:t>
            </a:r>
          </a:p>
          <a:p>
            <a:pPr lvl="1"/>
            <a:r>
              <a:rPr lang="pt-PT" dirty="0">
                <a:solidFill>
                  <a:schemeClr val="bg1"/>
                </a:solidFill>
              </a:rPr>
              <a:t>Pesquisar por filmes/séries </a:t>
            </a:r>
          </a:p>
          <a:p>
            <a:pPr lvl="1"/>
            <a:r>
              <a:rPr lang="pt-PT" dirty="0">
                <a:solidFill>
                  <a:schemeClr val="bg1"/>
                </a:solidFill>
              </a:rPr>
              <a:t>Marcar filme/série como ver mais tarde </a:t>
            </a:r>
          </a:p>
          <a:p>
            <a:pPr lvl="1"/>
            <a:r>
              <a:rPr lang="pt-PT" dirty="0">
                <a:solidFill>
                  <a:schemeClr val="bg1"/>
                </a:solidFill>
              </a:rPr>
              <a:t>Criticar filme/série Ordenar por data de lançamento, nome e pontuação </a:t>
            </a:r>
          </a:p>
          <a:p>
            <a:pPr lvl="1"/>
            <a:r>
              <a:rPr lang="pt-PT" dirty="0">
                <a:solidFill>
                  <a:schemeClr val="bg1"/>
                </a:solidFill>
              </a:rPr>
              <a:t>Votar em críticas de outros utilizadores</a:t>
            </a:r>
          </a:p>
        </p:txBody>
      </p:sp>
    </p:spTree>
    <p:extLst>
      <p:ext uri="{BB962C8B-B14F-4D97-AF65-F5344CB8AC3E}">
        <p14:creationId xmlns:p14="http://schemas.microsoft.com/office/powerpoint/2010/main" val="3336083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10829764" cy="1507067"/>
          </a:xfrm>
        </p:spPr>
        <p:txBody>
          <a:bodyPr/>
          <a:lstStyle/>
          <a:p>
            <a:r>
              <a:rPr lang="pt-PT" dirty="0"/>
              <a:t>Diagrama Entidade Relacionamento</a:t>
            </a:r>
          </a:p>
        </p:txBody>
      </p:sp>
      <p:pic>
        <p:nvPicPr>
          <p:cNvPr id="7" name="Marcador de Posição de Conteúdo 6">
            <a:extLst>
              <a:ext uri="{FF2B5EF4-FFF2-40B4-BE49-F238E27FC236}">
                <a16:creationId xmlns:a16="http://schemas.microsoft.com/office/drawing/2014/main" id="{38C3C5D8-7313-D73A-6BCF-D76E839262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567" y="1776962"/>
            <a:ext cx="11496866" cy="4634978"/>
          </a:xfrm>
        </p:spPr>
      </p:pic>
    </p:spTree>
    <p:extLst>
      <p:ext uri="{BB962C8B-B14F-4D97-AF65-F5344CB8AC3E}">
        <p14:creationId xmlns:p14="http://schemas.microsoft.com/office/powerpoint/2010/main" val="246229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10829764" cy="1507067"/>
          </a:xfrm>
        </p:spPr>
        <p:txBody>
          <a:bodyPr/>
          <a:lstStyle/>
          <a:p>
            <a:r>
              <a:rPr lang="pt-PT" dirty="0"/>
              <a:t>Esquema Relacional</a:t>
            </a:r>
          </a:p>
        </p:txBody>
      </p:sp>
      <p:pic>
        <p:nvPicPr>
          <p:cNvPr id="6" name="Marcador de Posição de Conteúdo 5">
            <a:extLst>
              <a:ext uri="{FF2B5EF4-FFF2-40B4-BE49-F238E27FC236}">
                <a16:creationId xmlns:a16="http://schemas.microsoft.com/office/drawing/2014/main" id="{2F735A54-D612-AAB2-A540-C8A7AC8C1A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12" y="1456775"/>
            <a:ext cx="11513976" cy="5250839"/>
          </a:xfrm>
        </p:spPr>
      </p:pic>
    </p:spTree>
    <p:extLst>
      <p:ext uri="{BB962C8B-B14F-4D97-AF65-F5344CB8AC3E}">
        <p14:creationId xmlns:p14="http://schemas.microsoft.com/office/powerpoint/2010/main" val="1368575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 err="1"/>
              <a:t>Stored</a:t>
            </a:r>
            <a:r>
              <a:rPr lang="pt-PT" dirty="0"/>
              <a:t> </a:t>
            </a:r>
            <a:r>
              <a:rPr lang="pt-PT" dirty="0" err="1"/>
              <a:t>Procedures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474235"/>
            <a:ext cx="8534400" cy="4646647"/>
          </a:xfrm>
        </p:spPr>
        <p:txBody>
          <a:bodyPr>
            <a:normAutofit/>
          </a:bodyPr>
          <a:lstStyle/>
          <a:p>
            <a:pPr>
              <a:spcAft>
                <a:spcPts val="0"/>
              </a:spcAft>
            </a:pPr>
            <a:r>
              <a:rPr lang="pt-PT" dirty="0" err="1">
                <a:solidFill>
                  <a:schemeClr val="bg1"/>
                </a:solidFill>
              </a:rPr>
              <a:t>CheckIfMovie</a:t>
            </a:r>
            <a:r>
              <a:rPr lang="pt-PT" dirty="0">
                <a:solidFill>
                  <a:schemeClr val="bg1"/>
                </a:solidFill>
              </a:rPr>
              <a:t> – Recebe o </a:t>
            </a:r>
            <a:r>
              <a:rPr lang="pt-PT" dirty="0" err="1">
                <a:solidFill>
                  <a:schemeClr val="bg1"/>
                </a:solidFill>
              </a:rPr>
              <a:t>entry</a:t>
            </a:r>
            <a:r>
              <a:rPr lang="pt-PT" dirty="0">
                <a:solidFill>
                  <a:schemeClr val="bg1"/>
                </a:solidFill>
              </a:rPr>
              <a:t> ID e retorna se este é um filme(TRUE) ou uma serie(FALSE)</a:t>
            </a:r>
          </a:p>
          <a:p>
            <a:pPr>
              <a:spcAft>
                <a:spcPts val="0"/>
              </a:spcAft>
            </a:pPr>
            <a:endParaRPr lang="pt-PT" sz="1000" dirty="0">
              <a:solidFill>
                <a:schemeClr val="bg1"/>
              </a:solidFill>
            </a:endParaRPr>
          </a:p>
          <a:p>
            <a:pPr>
              <a:spcAft>
                <a:spcPts val="0"/>
              </a:spcAft>
            </a:pPr>
            <a:r>
              <a:rPr lang="pt-PT" dirty="0" err="1">
                <a:solidFill>
                  <a:schemeClr val="bg1"/>
                </a:solidFill>
              </a:rPr>
              <a:t>InsertCritica</a:t>
            </a:r>
            <a:r>
              <a:rPr lang="pt-PT" dirty="0">
                <a:solidFill>
                  <a:schemeClr val="bg1"/>
                </a:solidFill>
              </a:rPr>
              <a:t> – Cria uma critica para um certo filme/serie</a:t>
            </a:r>
          </a:p>
          <a:p>
            <a:pPr>
              <a:spcAft>
                <a:spcPts val="0"/>
              </a:spcAft>
            </a:pPr>
            <a:endParaRPr lang="pt-PT" sz="1000" dirty="0">
              <a:solidFill>
                <a:schemeClr val="bg1"/>
              </a:solidFill>
            </a:endParaRPr>
          </a:p>
          <a:p>
            <a:pPr>
              <a:spcAft>
                <a:spcPts val="0"/>
              </a:spcAft>
            </a:pPr>
            <a:r>
              <a:rPr lang="pt-PT" dirty="0" err="1">
                <a:solidFill>
                  <a:schemeClr val="bg1"/>
                </a:solidFill>
              </a:rPr>
              <a:t>DeleteCriticaByCriticaID</a:t>
            </a:r>
            <a:r>
              <a:rPr lang="pt-PT" dirty="0">
                <a:solidFill>
                  <a:schemeClr val="bg1"/>
                </a:solidFill>
              </a:rPr>
              <a:t> – Elimina uma critica de um certo filme/serie</a:t>
            </a:r>
          </a:p>
          <a:p>
            <a:pPr>
              <a:spcAft>
                <a:spcPts val="0"/>
              </a:spcAft>
            </a:pPr>
            <a:endParaRPr lang="pt-PT" sz="1000" dirty="0">
              <a:solidFill>
                <a:schemeClr val="bg1"/>
              </a:solidFill>
            </a:endParaRPr>
          </a:p>
          <a:p>
            <a:pPr>
              <a:spcAft>
                <a:spcPts val="0"/>
              </a:spcAft>
            </a:pPr>
            <a:r>
              <a:rPr lang="pt-PT" dirty="0" err="1">
                <a:solidFill>
                  <a:schemeClr val="bg1"/>
                </a:solidFill>
              </a:rPr>
              <a:t>UpvoteCriticaByCriticaID</a:t>
            </a:r>
            <a:r>
              <a:rPr lang="pt-PT" dirty="0">
                <a:solidFill>
                  <a:schemeClr val="bg1"/>
                </a:solidFill>
              </a:rPr>
              <a:t> – Incrementa o número de </a:t>
            </a:r>
            <a:r>
              <a:rPr lang="pt-PT" dirty="0" err="1">
                <a:solidFill>
                  <a:schemeClr val="bg1"/>
                </a:solidFill>
              </a:rPr>
              <a:t>upvotes</a:t>
            </a:r>
            <a:r>
              <a:rPr lang="pt-PT" dirty="0">
                <a:solidFill>
                  <a:schemeClr val="bg1"/>
                </a:solidFill>
              </a:rPr>
              <a:t> de uma certa critica</a:t>
            </a:r>
          </a:p>
          <a:p>
            <a:pPr>
              <a:spcAft>
                <a:spcPts val="0"/>
              </a:spcAft>
            </a:pPr>
            <a:endParaRPr lang="pt-PT" sz="1000" dirty="0">
              <a:solidFill>
                <a:schemeClr val="bg1"/>
              </a:solidFill>
            </a:endParaRPr>
          </a:p>
          <a:p>
            <a:pPr>
              <a:spcAft>
                <a:spcPts val="0"/>
              </a:spcAft>
            </a:pPr>
            <a:r>
              <a:rPr lang="pt-PT" dirty="0" err="1">
                <a:solidFill>
                  <a:schemeClr val="bg1"/>
                </a:solidFill>
              </a:rPr>
              <a:t>DownvoteCriticaByCriticaID</a:t>
            </a:r>
            <a:r>
              <a:rPr lang="pt-PT" dirty="0">
                <a:solidFill>
                  <a:schemeClr val="bg1"/>
                </a:solidFill>
              </a:rPr>
              <a:t> - Incrementa o número de </a:t>
            </a:r>
            <a:r>
              <a:rPr lang="pt-PT" dirty="0" err="1">
                <a:solidFill>
                  <a:schemeClr val="bg1"/>
                </a:solidFill>
              </a:rPr>
              <a:t>downvotes</a:t>
            </a:r>
            <a:r>
              <a:rPr lang="pt-PT" dirty="0">
                <a:solidFill>
                  <a:schemeClr val="bg1"/>
                </a:solidFill>
              </a:rPr>
              <a:t> de uma certa critica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908826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 err="1"/>
              <a:t>Stored</a:t>
            </a:r>
            <a:r>
              <a:rPr lang="pt-PT" dirty="0"/>
              <a:t> </a:t>
            </a:r>
            <a:r>
              <a:rPr lang="pt-PT" dirty="0" err="1"/>
              <a:t>Procedures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240970"/>
            <a:ext cx="8534400" cy="5347135"/>
          </a:xfrm>
        </p:spPr>
        <p:txBody>
          <a:bodyPr>
            <a:normAutofit fontScale="92500" lnSpcReduction="20000"/>
          </a:bodyPr>
          <a:lstStyle/>
          <a:p>
            <a:endParaRPr lang="pt-PT" dirty="0"/>
          </a:p>
          <a:p>
            <a:r>
              <a:rPr lang="pt-PT" dirty="0" err="1">
                <a:solidFill>
                  <a:schemeClr val="bg1"/>
                </a:solidFill>
              </a:rPr>
              <a:t>AddWatchlistByEntryID</a:t>
            </a:r>
            <a:r>
              <a:rPr lang="pt-PT" dirty="0">
                <a:solidFill>
                  <a:schemeClr val="bg1"/>
                </a:solidFill>
              </a:rPr>
              <a:t> – Adiciona um filme/serie à lista para ver mais tarde do utilizador</a:t>
            </a:r>
          </a:p>
          <a:p>
            <a:endParaRPr lang="pt-PT" sz="11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DeleteWatchlistByWatchID</a:t>
            </a:r>
            <a:r>
              <a:rPr lang="pt-PT" dirty="0">
                <a:solidFill>
                  <a:schemeClr val="bg1"/>
                </a:solidFill>
              </a:rPr>
              <a:t> - Remove um filme/serie pelo </a:t>
            </a:r>
            <a:r>
              <a:rPr lang="pt-PT" dirty="0" err="1">
                <a:solidFill>
                  <a:schemeClr val="bg1"/>
                </a:solidFill>
              </a:rPr>
              <a:t>WatchID</a:t>
            </a:r>
            <a:r>
              <a:rPr lang="pt-PT" dirty="0">
                <a:solidFill>
                  <a:schemeClr val="bg1"/>
                </a:solidFill>
              </a:rPr>
              <a:t> da lista para ver mais tarde do utilizador</a:t>
            </a:r>
          </a:p>
          <a:p>
            <a:endParaRPr lang="pt-PT" sz="11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DeleteWatchlistByEntryIDuserID</a:t>
            </a:r>
            <a:r>
              <a:rPr lang="pt-PT" dirty="0">
                <a:solidFill>
                  <a:schemeClr val="bg1"/>
                </a:solidFill>
              </a:rPr>
              <a:t> - Remove um filme/serie pelo </a:t>
            </a:r>
            <a:r>
              <a:rPr lang="pt-PT" dirty="0" err="1">
                <a:solidFill>
                  <a:schemeClr val="bg1"/>
                </a:solidFill>
              </a:rPr>
              <a:t>EntryID</a:t>
            </a:r>
            <a:r>
              <a:rPr lang="pt-PT" dirty="0">
                <a:solidFill>
                  <a:schemeClr val="bg1"/>
                </a:solidFill>
              </a:rPr>
              <a:t> e </a:t>
            </a:r>
            <a:r>
              <a:rPr lang="pt-PT" dirty="0" err="1">
                <a:solidFill>
                  <a:schemeClr val="bg1"/>
                </a:solidFill>
              </a:rPr>
              <a:t>userID</a:t>
            </a:r>
            <a:r>
              <a:rPr lang="pt-PT" dirty="0">
                <a:solidFill>
                  <a:schemeClr val="bg1"/>
                </a:solidFill>
              </a:rPr>
              <a:t> da lista para ver mais tarde do utilizador</a:t>
            </a:r>
          </a:p>
          <a:p>
            <a:pPr marL="0" indent="0">
              <a:buNone/>
            </a:pPr>
            <a:endParaRPr lang="pt-PT" sz="11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CheckIfInWatchlist</a:t>
            </a:r>
            <a:r>
              <a:rPr lang="pt-PT" dirty="0">
                <a:solidFill>
                  <a:schemeClr val="bg1"/>
                </a:solidFill>
              </a:rPr>
              <a:t> – Verifica se o filme/serie esta na lista para ver mais tarde do utilizador</a:t>
            </a:r>
          </a:p>
          <a:p>
            <a:endParaRPr lang="pt-PT" sz="11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DoLogin</a:t>
            </a:r>
            <a:r>
              <a:rPr lang="pt-PT" dirty="0">
                <a:solidFill>
                  <a:schemeClr val="bg1"/>
                </a:solidFill>
              </a:rPr>
              <a:t> – Realiza o login do utilizador (com encriptação) e retorna o id do utilizador se for realizado com sucesso </a:t>
            </a:r>
          </a:p>
          <a:p>
            <a:endParaRPr lang="pt-PT" sz="12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DoRegister</a:t>
            </a:r>
            <a:r>
              <a:rPr lang="pt-PT" dirty="0">
                <a:solidFill>
                  <a:schemeClr val="bg1"/>
                </a:solidFill>
              </a:rPr>
              <a:t> – Realiza o registo de um novo utilizador (com encriptação) e verifica que não há colisões na base de dados</a:t>
            </a:r>
          </a:p>
          <a:p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59453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 err="1"/>
              <a:t>User</a:t>
            </a:r>
            <a:r>
              <a:rPr lang="pt-PT" dirty="0"/>
              <a:t> </a:t>
            </a:r>
            <a:r>
              <a:rPr lang="pt-PT" dirty="0" err="1"/>
              <a:t>Defined</a:t>
            </a:r>
            <a:r>
              <a:rPr lang="pt-PT" dirty="0"/>
              <a:t> </a:t>
            </a:r>
            <a:r>
              <a:rPr lang="pt-PT" dirty="0" err="1"/>
              <a:t>Functions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240970"/>
            <a:ext cx="8982302" cy="5347135"/>
          </a:xfrm>
        </p:spPr>
        <p:txBody>
          <a:bodyPr>
            <a:normAutofit/>
          </a:bodyPr>
          <a:lstStyle/>
          <a:p>
            <a:r>
              <a:rPr lang="pt-PT" dirty="0" err="1">
                <a:solidFill>
                  <a:schemeClr val="bg1"/>
                </a:solidFill>
              </a:rPr>
              <a:t>ShowActorByEntryId</a:t>
            </a:r>
            <a:r>
              <a:rPr lang="pt-PT" dirty="0">
                <a:solidFill>
                  <a:schemeClr val="bg1"/>
                </a:solidFill>
              </a:rPr>
              <a:t> – Devolve todas as informações dos atores de um certo filme/serie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ShowTeamByEntryId</a:t>
            </a:r>
            <a:r>
              <a:rPr lang="pt-PT" dirty="0">
                <a:solidFill>
                  <a:schemeClr val="bg1"/>
                </a:solidFill>
              </a:rPr>
              <a:t> - Devolve todas as informações da equipa de um certo filme/serie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ShowMovieByEntryId</a:t>
            </a:r>
            <a:r>
              <a:rPr lang="pt-PT" dirty="0">
                <a:solidFill>
                  <a:schemeClr val="bg1"/>
                </a:solidFill>
              </a:rPr>
              <a:t> – Devolve todas as informações sobre um filme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ShowSerieByEntryId</a:t>
            </a:r>
            <a:r>
              <a:rPr lang="pt-PT" dirty="0">
                <a:solidFill>
                  <a:schemeClr val="bg1"/>
                </a:solidFill>
              </a:rPr>
              <a:t> - Devolve todas as informações sobre uma Serie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ShowCriticaByEntryID</a:t>
            </a:r>
            <a:r>
              <a:rPr lang="pt-PT" dirty="0">
                <a:solidFill>
                  <a:schemeClr val="bg1"/>
                </a:solidFill>
              </a:rPr>
              <a:t> – Devolve todas as criticas de um filme/serie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ShowVotesByCriticaID</a:t>
            </a:r>
            <a:r>
              <a:rPr lang="pt-PT" dirty="0">
                <a:solidFill>
                  <a:schemeClr val="bg1"/>
                </a:solidFill>
              </a:rPr>
              <a:t> – Devolve o número total de </a:t>
            </a:r>
            <a:r>
              <a:rPr lang="pt-PT" dirty="0" err="1">
                <a:solidFill>
                  <a:schemeClr val="bg1"/>
                </a:solidFill>
              </a:rPr>
              <a:t>upvotes</a:t>
            </a:r>
            <a:r>
              <a:rPr lang="pt-PT" dirty="0">
                <a:solidFill>
                  <a:schemeClr val="bg1"/>
                </a:solidFill>
              </a:rPr>
              <a:t> e </a:t>
            </a:r>
            <a:r>
              <a:rPr lang="pt-PT" dirty="0" err="1">
                <a:solidFill>
                  <a:schemeClr val="bg1"/>
                </a:solidFill>
              </a:rPr>
              <a:t>downvotes</a:t>
            </a:r>
            <a:r>
              <a:rPr lang="pt-PT" dirty="0">
                <a:solidFill>
                  <a:schemeClr val="bg1"/>
                </a:solidFill>
              </a:rPr>
              <a:t> de uma critica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511574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 err="1"/>
              <a:t>User</a:t>
            </a:r>
            <a:r>
              <a:rPr lang="pt-PT" dirty="0"/>
              <a:t> </a:t>
            </a:r>
            <a:r>
              <a:rPr lang="pt-PT" dirty="0" err="1"/>
              <a:t>Defined</a:t>
            </a:r>
            <a:r>
              <a:rPr lang="pt-PT" dirty="0"/>
              <a:t> </a:t>
            </a:r>
            <a:r>
              <a:rPr lang="pt-PT" dirty="0" err="1"/>
              <a:t>Functions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240970"/>
            <a:ext cx="8982302" cy="5347135"/>
          </a:xfrm>
        </p:spPr>
        <p:txBody>
          <a:bodyPr>
            <a:normAutofit/>
          </a:bodyPr>
          <a:lstStyle/>
          <a:p>
            <a:r>
              <a:rPr lang="pt-PT" dirty="0" err="1">
                <a:solidFill>
                  <a:schemeClr val="bg1"/>
                </a:solidFill>
              </a:rPr>
              <a:t>ShowCriticaByUserID</a:t>
            </a:r>
            <a:r>
              <a:rPr lang="pt-PT" dirty="0">
                <a:solidFill>
                  <a:schemeClr val="bg1"/>
                </a:solidFill>
              </a:rPr>
              <a:t> – Devolve todas as criticas de um determinado utilizador</a:t>
            </a:r>
          </a:p>
          <a:p>
            <a:pPr marL="0" indent="0">
              <a:buNone/>
            </a:pPr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ShowWatchlistByUserID</a:t>
            </a:r>
            <a:r>
              <a:rPr lang="pt-PT" dirty="0">
                <a:solidFill>
                  <a:schemeClr val="bg1"/>
                </a:solidFill>
              </a:rPr>
              <a:t> – Devolve todos os filmes/series da lista ver mais tarde do utilizador respetivo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ShowInfoActorByActorId</a:t>
            </a:r>
            <a:r>
              <a:rPr lang="pt-PT" dirty="0">
                <a:solidFill>
                  <a:schemeClr val="bg1"/>
                </a:solidFill>
              </a:rPr>
              <a:t> – Devolve todas as informações sobre o ator respetivo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ShowWhereCastByActorId</a:t>
            </a:r>
            <a:r>
              <a:rPr lang="pt-PT" dirty="0">
                <a:solidFill>
                  <a:schemeClr val="bg1"/>
                </a:solidFill>
              </a:rPr>
              <a:t> – Devolve todas os filmes/series onde o ator já participou</a:t>
            </a:r>
          </a:p>
          <a:p>
            <a:endParaRPr lang="pt-PT" sz="1000" dirty="0">
              <a:solidFill>
                <a:schemeClr val="bg1"/>
              </a:solidFill>
            </a:endParaRPr>
          </a:p>
          <a:p>
            <a:r>
              <a:rPr lang="pt-PT" dirty="0" err="1">
                <a:solidFill>
                  <a:schemeClr val="bg1"/>
                </a:solidFill>
              </a:rPr>
              <a:t>GetCategoriaByEntryId</a:t>
            </a:r>
            <a:r>
              <a:rPr lang="pt-PT" dirty="0">
                <a:solidFill>
                  <a:schemeClr val="bg1"/>
                </a:solidFill>
              </a:rPr>
              <a:t>(auxiliar) – Devolve todas as categorias de um certo filme/serie</a:t>
            </a:r>
          </a:p>
        </p:txBody>
      </p:sp>
    </p:spTree>
    <p:extLst>
      <p:ext uri="{BB962C8B-B14F-4D97-AF65-F5344CB8AC3E}">
        <p14:creationId xmlns:p14="http://schemas.microsoft.com/office/powerpoint/2010/main" val="435966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269895"/>
            <a:ext cx="8534400" cy="1507067"/>
          </a:xfrm>
        </p:spPr>
        <p:txBody>
          <a:bodyPr/>
          <a:lstStyle/>
          <a:p>
            <a:r>
              <a:rPr lang="pt-PT" dirty="0" err="1"/>
              <a:t>Triggers</a:t>
            </a:r>
            <a:endParaRPr lang="pt-PT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D1EE8EB0-0B90-4B9B-3BA6-116D5AB53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390261"/>
            <a:ext cx="8982302" cy="2332654"/>
          </a:xfrm>
        </p:spPr>
        <p:txBody>
          <a:bodyPr>
            <a:normAutofit/>
          </a:bodyPr>
          <a:lstStyle/>
          <a:p>
            <a:r>
              <a:rPr lang="pt-PT" dirty="0" err="1">
                <a:solidFill>
                  <a:schemeClr val="bg1"/>
                </a:solidFill>
              </a:rPr>
              <a:t>TriggerCritica</a:t>
            </a:r>
            <a:r>
              <a:rPr lang="pt-PT" dirty="0">
                <a:solidFill>
                  <a:schemeClr val="bg1"/>
                </a:solidFill>
              </a:rPr>
              <a:t> – ao inserir uma critica, a pontuação desta critica irá afetar a classificação global do filme</a:t>
            </a:r>
          </a:p>
          <a:p>
            <a:endParaRPr lang="pt-PT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070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CB96C-50CD-E97C-46FE-522F03E82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331"/>
            <a:ext cx="12192000" cy="1507067"/>
          </a:xfrm>
        </p:spPr>
        <p:txBody>
          <a:bodyPr/>
          <a:lstStyle/>
          <a:p>
            <a:pPr algn="ctr"/>
            <a:r>
              <a:rPr lang="pt-PT" dirty="0"/>
              <a:t>DEMO</a:t>
            </a:r>
          </a:p>
        </p:txBody>
      </p:sp>
      <p:pic>
        <p:nvPicPr>
          <p:cNvPr id="4" name="Multimédia Online 3" title="BD FINAL">
            <a:hlinkClick r:id="" action="ppaction://media"/>
            <a:extLst>
              <a:ext uri="{FF2B5EF4-FFF2-40B4-BE49-F238E27FC236}">
                <a16:creationId xmlns:a16="http://schemas.microsoft.com/office/drawing/2014/main" id="{A2F7E399-272F-1F4F-12A2-765B6F88A80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188482" y="1171165"/>
            <a:ext cx="9815035" cy="554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28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etor">
  <a:themeElements>
    <a:clrScheme name="Setor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to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to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303</TotalTime>
  <Words>422</Words>
  <Application>Microsoft Office PowerPoint</Application>
  <PresentationFormat>Ecrã Panorâmico</PresentationFormat>
  <Paragraphs>62</Paragraphs>
  <Slides>10</Slides>
  <Notes>0</Notes>
  <HiddenSlides>0</HiddenSlides>
  <MMClips>1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10</vt:i4>
      </vt:variant>
    </vt:vector>
  </HeadingPairs>
  <TitlesOfParts>
    <vt:vector size="13" baseType="lpstr">
      <vt:lpstr>Century Gothic</vt:lpstr>
      <vt:lpstr>Wingdings 3</vt:lpstr>
      <vt:lpstr>Setor</vt:lpstr>
      <vt:lpstr>YourMedia – Base de dados de Críticas DE FILMES</vt:lpstr>
      <vt:lpstr>Introdução</vt:lpstr>
      <vt:lpstr>Diagrama Entidade Relacionamento</vt:lpstr>
      <vt:lpstr>Esquema Relacional</vt:lpstr>
      <vt:lpstr>Stored Procedures</vt:lpstr>
      <vt:lpstr>Stored Procedures</vt:lpstr>
      <vt:lpstr>User Defined Functions</vt:lpstr>
      <vt:lpstr>User Defined Functions</vt:lpstr>
      <vt:lpstr>Triggers</vt:lpstr>
      <vt:lpstr>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YourMedia – Base de dados de Críticas DE FILMES</dc:title>
  <dc:creator>Nuno Cunha</dc:creator>
  <cp:lastModifiedBy>Nuno Cunha</cp:lastModifiedBy>
  <cp:revision>6</cp:revision>
  <dcterms:created xsi:type="dcterms:W3CDTF">2022-06-20T17:14:50Z</dcterms:created>
  <dcterms:modified xsi:type="dcterms:W3CDTF">2022-06-21T16:57:49Z</dcterms:modified>
</cp:coreProperties>
</file>