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4" r:id="rId8"/>
    <p:sldId id="265" r:id="rId9"/>
    <p:sldId id="267" r:id="rId10"/>
    <p:sldId id="266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169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01669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02024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4371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8748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872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58577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881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2329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84630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72705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5397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5142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 com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1672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42822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14844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6822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DF12D24-041E-47B5-A04A-AD40504B93F3}" type="datetimeFigureOut">
              <a:rPr lang="pt-PT" smtClean="0"/>
              <a:t>22/06/2022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AD17C76-0660-4369-AE66-9595E1B0FDA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75203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3CTDktONccw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B3C5C-2864-7E6A-9C4C-E31F8D8C57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 err="1"/>
              <a:t>YourMedia</a:t>
            </a:r>
            <a:r>
              <a:rPr lang="pt-PT" dirty="0"/>
              <a:t> – Base de dados de Críticas DE FILMES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2643EC-02E0-2181-84EC-FB3C084CB8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Nuno Cunha - 98124</a:t>
            </a:r>
          </a:p>
          <a:p>
            <a:r>
              <a:rPr lang="pt-PT" dirty="0"/>
              <a:t>Filipe Silveira - 97981</a:t>
            </a:r>
          </a:p>
        </p:txBody>
      </p:sp>
    </p:spTree>
    <p:extLst>
      <p:ext uri="{BB962C8B-B14F-4D97-AF65-F5344CB8AC3E}">
        <p14:creationId xmlns:p14="http://schemas.microsoft.com/office/powerpoint/2010/main" val="270062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CB96C-50CD-E97C-46FE-522F03E8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69895"/>
            <a:ext cx="8534400" cy="1507067"/>
          </a:xfrm>
        </p:spPr>
        <p:txBody>
          <a:bodyPr/>
          <a:lstStyle/>
          <a:p>
            <a:r>
              <a:rPr lang="pt-PT" dirty="0"/>
              <a:t>Introdução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1EE8EB0-0B90-4B9B-3BA6-116D5AB53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776962"/>
            <a:ext cx="8534400" cy="4516709"/>
          </a:xfrm>
        </p:spPr>
        <p:txBody>
          <a:bodyPr>
            <a:normAutofit/>
          </a:bodyPr>
          <a:lstStyle/>
          <a:p>
            <a:r>
              <a:rPr lang="pt-PT" dirty="0" err="1">
                <a:solidFill>
                  <a:schemeClr val="bg1"/>
                </a:solidFill>
              </a:rPr>
              <a:t>YourMedia</a:t>
            </a:r>
            <a:r>
              <a:rPr lang="pt-PT" dirty="0">
                <a:solidFill>
                  <a:schemeClr val="bg1"/>
                </a:solidFill>
              </a:rPr>
              <a:t> é um serviço de críticas sobre filmes e series, este serviço permite:</a:t>
            </a:r>
          </a:p>
          <a:p>
            <a:endParaRPr lang="pt-PT" sz="1000" dirty="0">
              <a:solidFill>
                <a:schemeClr val="bg1"/>
              </a:solidFill>
            </a:endParaRPr>
          </a:p>
          <a:p>
            <a:pPr lvl="1"/>
            <a:r>
              <a:rPr lang="pt-PT" dirty="0">
                <a:solidFill>
                  <a:schemeClr val="bg1"/>
                </a:solidFill>
              </a:rPr>
              <a:t>Avaliar filmes e séries </a:t>
            </a:r>
          </a:p>
          <a:p>
            <a:pPr lvl="1"/>
            <a:r>
              <a:rPr lang="pt-PT" dirty="0">
                <a:solidFill>
                  <a:schemeClr val="bg1"/>
                </a:solidFill>
              </a:rPr>
              <a:t>Consultar/alterar dados pessoais </a:t>
            </a:r>
          </a:p>
          <a:p>
            <a:pPr lvl="1"/>
            <a:r>
              <a:rPr lang="pt-PT" dirty="0">
                <a:solidFill>
                  <a:schemeClr val="bg1"/>
                </a:solidFill>
              </a:rPr>
              <a:t>Pesquisar por filmes/séries </a:t>
            </a:r>
          </a:p>
          <a:p>
            <a:pPr lvl="1"/>
            <a:r>
              <a:rPr lang="pt-PT" dirty="0">
                <a:solidFill>
                  <a:schemeClr val="bg1"/>
                </a:solidFill>
              </a:rPr>
              <a:t>Marcar filme/série como ver mais tarde </a:t>
            </a:r>
          </a:p>
          <a:p>
            <a:pPr lvl="1"/>
            <a:r>
              <a:rPr lang="pt-PT" dirty="0">
                <a:solidFill>
                  <a:schemeClr val="bg1"/>
                </a:solidFill>
              </a:rPr>
              <a:t>Criticar filme/série Ordenar por data de lançamento, nome e pontuação </a:t>
            </a:r>
          </a:p>
          <a:p>
            <a:pPr lvl="1"/>
            <a:r>
              <a:rPr lang="pt-PT" dirty="0">
                <a:solidFill>
                  <a:schemeClr val="bg1"/>
                </a:solidFill>
              </a:rPr>
              <a:t>Votar em críticas de outros utilizadores</a:t>
            </a:r>
          </a:p>
        </p:txBody>
      </p:sp>
    </p:spTree>
    <p:extLst>
      <p:ext uri="{BB962C8B-B14F-4D97-AF65-F5344CB8AC3E}">
        <p14:creationId xmlns:p14="http://schemas.microsoft.com/office/powerpoint/2010/main" val="3336083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CB96C-50CD-E97C-46FE-522F03E8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69895"/>
            <a:ext cx="10829764" cy="1507067"/>
          </a:xfrm>
        </p:spPr>
        <p:txBody>
          <a:bodyPr/>
          <a:lstStyle/>
          <a:p>
            <a:r>
              <a:rPr lang="pt-PT" dirty="0"/>
              <a:t>Diagrama Entidade Relacionamento</a:t>
            </a:r>
          </a:p>
        </p:txBody>
      </p:sp>
      <p:pic>
        <p:nvPicPr>
          <p:cNvPr id="7" name="Marcador de Posição de Conteúdo 6">
            <a:extLst>
              <a:ext uri="{FF2B5EF4-FFF2-40B4-BE49-F238E27FC236}">
                <a16:creationId xmlns:a16="http://schemas.microsoft.com/office/drawing/2014/main" id="{38C3C5D8-7313-D73A-6BCF-D76E83926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567" y="1776962"/>
            <a:ext cx="11496866" cy="4634978"/>
          </a:xfrm>
        </p:spPr>
      </p:pic>
    </p:spTree>
    <p:extLst>
      <p:ext uri="{BB962C8B-B14F-4D97-AF65-F5344CB8AC3E}">
        <p14:creationId xmlns:p14="http://schemas.microsoft.com/office/powerpoint/2010/main" val="246229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CB96C-50CD-E97C-46FE-522F03E8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69895"/>
            <a:ext cx="10829764" cy="1507067"/>
          </a:xfrm>
        </p:spPr>
        <p:txBody>
          <a:bodyPr/>
          <a:lstStyle/>
          <a:p>
            <a:r>
              <a:rPr lang="pt-PT" dirty="0"/>
              <a:t>Esquema Relacional</a:t>
            </a:r>
          </a:p>
        </p:txBody>
      </p:sp>
      <p:pic>
        <p:nvPicPr>
          <p:cNvPr id="6" name="Marcador de Posição de Conteúdo 5">
            <a:extLst>
              <a:ext uri="{FF2B5EF4-FFF2-40B4-BE49-F238E27FC236}">
                <a16:creationId xmlns:a16="http://schemas.microsoft.com/office/drawing/2014/main" id="{2F735A54-D612-AAB2-A540-C8A7AC8C1A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12" y="1456775"/>
            <a:ext cx="11513976" cy="5250839"/>
          </a:xfrm>
        </p:spPr>
      </p:pic>
    </p:spTree>
    <p:extLst>
      <p:ext uri="{BB962C8B-B14F-4D97-AF65-F5344CB8AC3E}">
        <p14:creationId xmlns:p14="http://schemas.microsoft.com/office/powerpoint/2010/main" val="1368575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CB96C-50CD-E97C-46FE-522F03E8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69895"/>
            <a:ext cx="8534400" cy="1507067"/>
          </a:xfrm>
        </p:spPr>
        <p:txBody>
          <a:bodyPr/>
          <a:lstStyle/>
          <a:p>
            <a:r>
              <a:rPr lang="pt-PT" dirty="0" err="1"/>
              <a:t>Stored</a:t>
            </a:r>
            <a:r>
              <a:rPr lang="pt-PT" dirty="0"/>
              <a:t> </a:t>
            </a:r>
            <a:r>
              <a:rPr lang="pt-PT" dirty="0" err="1"/>
              <a:t>Procedures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1EE8EB0-0B90-4B9B-3BA6-116D5AB53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474235"/>
            <a:ext cx="8534400" cy="4646647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pt-PT" dirty="0" err="1">
                <a:solidFill>
                  <a:schemeClr val="bg1"/>
                </a:solidFill>
              </a:rPr>
              <a:t>CheckIfMovie</a:t>
            </a:r>
            <a:r>
              <a:rPr lang="pt-PT" dirty="0">
                <a:solidFill>
                  <a:schemeClr val="bg1"/>
                </a:solidFill>
              </a:rPr>
              <a:t> – Recebe o </a:t>
            </a:r>
            <a:r>
              <a:rPr lang="pt-PT" dirty="0" err="1">
                <a:solidFill>
                  <a:schemeClr val="bg1"/>
                </a:solidFill>
              </a:rPr>
              <a:t>entry</a:t>
            </a:r>
            <a:r>
              <a:rPr lang="pt-PT" dirty="0">
                <a:solidFill>
                  <a:schemeClr val="bg1"/>
                </a:solidFill>
              </a:rPr>
              <a:t> ID e retorna se este é um filme(TRUE) ou uma serie(FALSE)</a:t>
            </a:r>
          </a:p>
          <a:p>
            <a:pPr>
              <a:spcAft>
                <a:spcPts val="0"/>
              </a:spcAft>
            </a:pPr>
            <a:endParaRPr lang="pt-PT" sz="1000" dirty="0">
              <a:solidFill>
                <a:schemeClr val="bg1"/>
              </a:solidFill>
            </a:endParaRPr>
          </a:p>
          <a:p>
            <a:pPr>
              <a:spcAft>
                <a:spcPts val="0"/>
              </a:spcAft>
            </a:pPr>
            <a:r>
              <a:rPr lang="pt-PT" dirty="0" err="1">
                <a:solidFill>
                  <a:schemeClr val="bg1"/>
                </a:solidFill>
              </a:rPr>
              <a:t>InsertCritica</a:t>
            </a:r>
            <a:r>
              <a:rPr lang="pt-PT" dirty="0">
                <a:solidFill>
                  <a:schemeClr val="bg1"/>
                </a:solidFill>
              </a:rPr>
              <a:t> – Cria uma critica para um certo filme/serie</a:t>
            </a:r>
          </a:p>
          <a:p>
            <a:pPr>
              <a:spcAft>
                <a:spcPts val="0"/>
              </a:spcAft>
            </a:pPr>
            <a:endParaRPr lang="pt-PT" sz="1000" dirty="0">
              <a:solidFill>
                <a:schemeClr val="bg1"/>
              </a:solidFill>
            </a:endParaRPr>
          </a:p>
          <a:p>
            <a:pPr>
              <a:spcAft>
                <a:spcPts val="0"/>
              </a:spcAft>
            </a:pPr>
            <a:r>
              <a:rPr lang="pt-PT" dirty="0" err="1">
                <a:solidFill>
                  <a:schemeClr val="bg1"/>
                </a:solidFill>
              </a:rPr>
              <a:t>DeleteCriticaByCriticaID</a:t>
            </a:r>
            <a:r>
              <a:rPr lang="pt-PT" dirty="0">
                <a:solidFill>
                  <a:schemeClr val="bg1"/>
                </a:solidFill>
              </a:rPr>
              <a:t> – Elimina uma critica de um certo filme/serie</a:t>
            </a:r>
          </a:p>
          <a:p>
            <a:pPr>
              <a:spcAft>
                <a:spcPts val="0"/>
              </a:spcAft>
            </a:pPr>
            <a:endParaRPr lang="pt-PT" sz="1000" dirty="0">
              <a:solidFill>
                <a:schemeClr val="bg1"/>
              </a:solidFill>
            </a:endParaRPr>
          </a:p>
          <a:p>
            <a:pPr>
              <a:spcAft>
                <a:spcPts val="0"/>
              </a:spcAft>
            </a:pPr>
            <a:r>
              <a:rPr lang="pt-PT" dirty="0" err="1">
                <a:solidFill>
                  <a:schemeClr val="bg1"/>
                </a:solidFill>
              </a:rPr>
              <a:t>UpvoteCriticaByCriticaID</a:t>
            </a:r>
            <a:r>
              <a:rPr lang="pt-PT" dirty="0">
                <a:solidFill>
                  <a:schemeClr val="bg1"/>
                </a:solidFill>
              </a:rPr>
              <a:t> – Incrementa o número de </a:t>
            </a:r>
            <a:r>
              <a:rPr lang="pt-PT" dirty="0" err="1">
                <a:solidFill>
                  <a:schemeClr val="bg1"/>
                </a:solidFill>
              </a:rPr>
              <a:t>upvotes</a:t>
            </a:r>
            <a:r>
              <a:rPr lang="pt-PT" dirty="0">
                <a:solidFill>
                  <a:schemeClr val="bg1"/>
                </a:solidFill>
              </a:rPr>
              <a:t> de uma certa critica</a:t>
            </a:r>
          </a:p>
          <a:p>
            <a:pPr>
              <a:spcAft>
                <a:spcPts val="0"/>
              </a:spcAft>
            </a:pPr>
            <a:endParaRPr lang="pt-PT" sz="1000" dirty="0">
              <a:solidFill>
                <a:schemeClr val="bg1"/>
              </a:solidFill>
            </a:endParaRPr>
          </a:p>
          <a:p>
            <a:pPr>
              <a:spcAft>
                <a:spcPts val="0"/>
              </a:spcAft>
            </a:pPr>
            <a:r>
              <a:rPr lang="pt-PT" dirty="0" err="1">
                <a:solidFill>
                  <a:schemeClr val="bg1"/>
                </a:solidFill>
              </a:rPr>
              <a:t>DownvoteCriticaByCriticaID</a:t>
            </a:r>
            <a:r>
              <a:rPr lang="pt-PT" dirty="0">
                <a:solidFill>
                  <a:schemeClr val="bg1"/>
                </a:solidFill>
              </a:rPr>
              <a:t> - Incrementa o número de </a:t>
            </a:r>
            <a:r>
              <a:rPr lang="pt-PT" dirty="0" err="1">
                <a:solidFill>
                  <a:schemeClr val="bg1"/>
                </a:solidFill>
              </a:rPr>
              <a:t>downvotes</a:t>
            </a:r>
            <a:r>
              <a:rPr lang="pt-PT" dirty="0">
                <a:solidFill>
                  <a:schemeClr val="bg1"/>
                </a:solidFill>
              </a:rPr>
              <a:t> de uma certa critica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08826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CB96C-50CD-E97C-46FE-522F03E8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69895"/>
            <a:ext cx="8534400" cy="1507067"/>
          </a:xfrm>
        </p:spPr>
        <p:txBody>
          <a:bodyPr/>
          <a:lstStyle/>
          <a:p>
            <a:r>
              <a:rPr lang="pt-PT" dirty="0" err="1"/>
              <a:t>Stored</a:t>
            </a:r>
            <a:r>
              <a:rPr lang="pt-PT" dirty="0"/>
              <a:t> </a:t>
            </a:r>
            <a:r>
              <a:rPr lang="pt-PT" dirty="0" err="1"/>
              <a:t>Procedures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1EE8EB0-0B90-4B9B-3BA6-116D5AB53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240970"/>
            <a:ext cx="8534400" cy="5347135"/>
          </a:xfrm>
        </p:spPr>
        <p:txBody>
          <a:bodyPr>
            <a:normAutofit fontScale="92500" lnSpcReduction="20000"/>
          </a:bodyPr>
          <a:lstStyle/>
          <a:p>
            <a:endParaRPr lang="pt-PT" dirty="0"/>
          </a:p>
          <a:p>
            <a:r>
              <a:rPr lang="pt-PT" dirty="0" err="1">
                <a:solidFill>
                  <a:schemeClr val="bg1"/>
                </a:solidFill>
              </a:rPr>
              <a:t>AddWatchlistByEntryID</a:t>
            </a:r>
            <a:r>
              <a:rPr lang="pt-PT" dirty="0">
                <a:solidFill>
                  <a:schemeClr val="bg1"/>
                </a:solidFill>
              </a:rPr>
              <a:t> – Adiciona um filme/serie à lista para ver mais tarde do utilizador</a:t>
            </a:r>
          </a:p>
          <a:p>
            <a:endParaRPr lang="pt-PT" sz="1100" dirty="0">
              <a:solidFill>
                <a:schemeClr val="bg1"/>
              </a:solidFill>
            </a:endParaRPr>
          </a:p>
          <a:p>
            <a:r>
              <a:rPr lang="pt-PT" dirty="0" err="1">
                <a:solidFill>
                  <a:schemeClr val="bg1"/>
                </a:solidFill>
              </a:rPr>
              <a:t>DeleteWatchlistByWatchID</a:t>
            </a:r>
            <a:r>
              <a:rPr lang="pt-PT" dirty="0">
                <a:solidFill>
                  <a:schemeClr val="bg1"/>
                </a:solidFill>
              </a:rPr>
              <a:t> - Remove um filme/serie pelo </a:t>
            </a:r>
            <a:r>
              <a:rPr lang="pt-PT" dirty="0" err="1">
                <a:solidFill>
                  <a:schemeClr val="bg1"/>
                </a:solidFill>
              </a:rPr>
              <a:t>WatchID</a:t>
            </a:r>
            <a:r>
              <a:rPr lang="pt-PT" dirty="0">
                <a:solidFill>
                  <a:schemeClr val="bg1"/>
                </a:solidFill>
              </a:rPr>
              <a:t> da lista para ver mais tarde do utilizador</a:t>
            </a:r>
          </a:p>
          <a:p>
            <a:endParaRPr lang="pt-PT" sz="1100" dirty="0">
              <a:solidFill>
                <a:schemeClr val="bg1"/>
              </a:solidFill>
            </a:endParaRPr>
          </a:p>
          <a:p>
            <a:r>
              <a:rPr lang="pt-PT" dirty="0" err="1">
                <a:solidFill>
                  <a:schemeClr val="bg1"/>
                </a:solidFill>
              </a:rPr>
              <a:t>DeleteWatchlistByEntryIDuserID</a:t>
            </a:r>
            <a:r>
              <a:rPr lang="pt-PT" dirty="0">
                <a:solidFill>
                  <a:schemeClr val="bg1"/>
                </a:solidFill>
              </a:rPr>
              <a:t> - Remove um filme/serie pelo </a:t>
            </a:r>
            <a:r>
              <a:rPr lang="pt-PT" dirty="0" err="1">
                <a:solidFill>
                  <a:schemeClr val="bg1"/>
                </a:solidFill>
              </a:rPr>
              <a:t>EntryID</a:t>
            </a:r>
            <a:r>
              <a:rPr lang="pt-PT" dirty="0">
                <a:solidFill>
                  <a:schemeClr val="bg1"/>
                </a:solidFill>
              </a:rPr>
              <a:t> e </a:t>
            </a:r>
            <a:r>
              <a:rPr lang="pt-PT" dirty="0" err="1">
                <a:solidFill>
                  <a:schemeClr val="bg1"/>
                </a:solidFill>
              </a:rPr>
              <a:t>userID</a:t>
            </a:r>
            <a:r>
              <a:rPr lang="pt-PT" dirty="0">
                <a:solidFill>
                  <a:schemeClr val="bg1"/>
                </a:solidFill>
              </a:rPr>
              <a:t> da lista para ver mais tarde do utilizador</a:t>
            </a:r>
          </a:p>
          <a:p>
            <a:pPr marL="0" indent="0">
              <a:buNone/>
            </a:pPr>
            <a:endParaRPr lang="pt-PT" sz="1100" dirty="0">
              <a:solidFill>
                <a:schemeClr val="bg1"/>
              </a:solidFill>
            </a:endParaRPr>
          </a:p>
          <a:p>
            <a:r>
              <a:rPr lang="pt-PT" dirty="0" err="1">
                <a:solidFill>
                  <a:schemeClr val="bg1"/>
                </a:solidFill>
              </a:rPr>
              <a:t>CheckIfInWatchlist</a:t>
            </a:r>
            <a:r>
              <a:rPr lang="pt-PT" dirty="0">
                <a:solidFill>
                  <a:schemeClr val="bg1"/>
                </a:solidFill>
              </a:rPr>
              <a:t> – Verifica se o filme/serie esta na lista para ver mais tarde do utilizador</a:t>
            </a:r>
          </a:p>
          <a:p>
            <a:endParaRPr lang="pt-PT" sz="1100" dirty="0">
              <a:solidFill>
                <a:schemeClr val="bg1"/>
              </a:solidFill>
            </a:endParaRPr>
          </a:p>
          <a:p>
            <a:r>
              <a:rPr lang="pt-PT" dirty="0" err="1">
                <a:solidFill>
                  <a:schemeClr val="bg1"/>
                </a:solidFill>
              </a:rPr>
              <a:t>DoLogin</a:t>
            </a:r>
            <a:r>
              <a:rPr lang="pt-PT" dirty="0">
                <a:solidFill>
                  <a:schemeClr val="bg1"/>
                </a:solidFill>
              </a:rPr>
              <a:t> – Realiza o login do utilizador (com encriptação) e retorna o id do utilizador se for realizado com sucesso </a:t>
            </a:r>
          </a:p>
          <a:p>
            <a:endParaRPr lang="pt-PT" sz="1200" dirty="0">
              <a:solidFill>
                <a:schemeClr val="bg1"/>
              </a:solidFill>
            </a:endParaRPr>
          </a:p>
          <a:p>
            <a:r>
              <a:rPr lang="pt-PT" dirty="0" err="1">
                <a:solidFill>
                  <a:schemeClr val="bg1"/>
                </a:solidFill>
              </a:rPr>
              <a:t>DoRegister</a:t>
            </a:r>
            <a:r>
              <a:rPr lang="pt-PT" dirty="0">
                <a:solidFill>
                  <a:schemeClr val="bg1"/>
                </a:solidFill>
              </a:rPr>
              <a:t> – Realiza o registo de um novo utilizador (com encriptação) e verifica que não há colisões na base de dados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59453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CB96C-50CD-E97C-46FE-522F03E8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69895"/>
            <a:ext cx="8534400" cy="1507067"/>
          </a:xfrm>
        </p:spPr>
        <p:txBody>
          <a:bodyPr/>
          <a:lstStyle/>
          <a:p>
            <a:r>
              <a:rPr lang="pt-PT" dirty="0" err="1"/>
              <a:t>User</a:t>
            </a:r>
            <a:r>
              <a:rPr lang="pt-PT" dirty="0"/>
              <a:t> </a:t>
            </a:r>
            <a:r>
              <a:rPr lang="pt-PT" dirty="0" err="1"/>
              <a:t>Defined</a:t>
            </a:r>
            <a:r>
              <a:rPr lang="pt-PT" dirty="0"/>
              <a:t> </a:t>
            </a:r>
            <a:r>
              <a:rPr lang="pt-PT" dirty="0" err="1"/>
              <a:t>Functions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1EE8EB0-0B90-4B9B-3BA6-116D5AB53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240970"/>
            <a:ext cx="8982302" cy="5347135"/>
          </a:xfrm>
        </p:spPr>
        <p:txBody>
          <a:bodyPr>
            <a:normAutofit/>
          </a:bodyPr>
          <a:lstStyle/>
          <a:p>
            <a:r>
              <a:rPr lang="pt-PT" dirty="0" err="1">
                <a:solidFill>
                  <a:schemeClr val="bg1"/>
                </a:solidFill>
              </a:rPr>
              <a:t>ShowActorByEntryId</a:t>
            </a:r>
            <a:r>
              <a:rPr lang="pt-PT" dirty="0">
                <a:solidFill>
                  <a:schemeClr val="bg1"/>
                </a:solidFill>
              </a:rPr>
              <a:t> – Devolve todas as informações dos atores de um certo filme/serie</a:t>
            </a:r>
          </a:p>
          <a:p>
            <a:endParaRPr lang="pt-PT" sz="1000" dirty="0">
              <a:solidFill>
                <a:schemeClr val="bg1"/>
              </a:solidFill>
            </a:endParaRPr>
          </a:p>
          <a:p>
            <a:r>
              <a:rPr lang="pt-PT" dirty="0" err="1">
                <a:solidFill>
                  <a:schemeClr val="bg1"/>
                </a:solidFill>
              </a:rPr>
              <a:t>ShowTeamByEntryId</a:t>
            </a:r>
            <a:r>
              <a:rPr lang="pt-PT" dirty="0">
                <a:solidFill>
                  <a:schemeClr val="bg1"/>
                </a:solidFill>
              </a:rPr>
              <a:t> - Devolve todas as informações da equipa de um certo filme/serie</a:t>
            </a:r>
          </a:p>
          <a:p>
            <a:endParaRPr lang="pt-PT" sz="1000" dirty="0">
              <a:solidFill>
                <a:schemeClr val="bg1"/>
              </a:solidFill>
            </a:endParaRPr>
          </a:p>
          <a:p>
            <a:r>
              <a:rPr lang="pt-PT" dirty="0" err="1">
                <a:solidFill>
                  <a:schemeClr val="bg1"/>
                </a:solidFill>
              </a:rPr>
              <a:t>ShowMovieByEntryId</a:t>
            </a:r>
            <a:r>
              <a:rPr lang="pt-PT" dirty="0">
                <a:solidFill>
                  <a:schemeClr val="bg1"/>
                </a:solidFill>
              </a:rPr>
              <a:t> – Devolve todas as informações sobre um filme</a:t>
            </a:r>
          </a:p>
          <a:p>
            <a:endParaRPr lang="pt-PT" sz="1000" dirty="0">
              <a:solidFill>
                <a:schemeClr val="bg1"/>
              </a:solidFill>
            </a:endParaRPr>
          </a:p>
          <a:p>
            <a:r>
              <a:rPr lang="pt-PT" dirty="0" err="1">
                <a:solidFill>
                  <a:schemeClr val="bg1"/>
                </a:solidFill>
              </a:rPr>
              <a:t>ShowSerieByEntryId</a:t>
            </a:r>
            <a:r>
              <a:rPr lang="pt-PT" dirty="0">
                <a:solidFill>
                  <a:schemeClr val="bg1"/>
                </a:solidFill>
              </a:rPr>
              <a:t> - Devolve todas as informações sobre uma Serie</a:t>
            </a:r>
          </a:p>
          <a:p>
            <a:endParaRPr lang="pt-PT" sz="1000" dirty="0">
              <a:solidFill>
                <a:schemeClr val="bg1"/>
              </a:solidFill>
            </a:endParaRPr>
          </a:p>
          <a:p>
            <a:r>
              <a:rPr lang="pt-PT" dirty="0" err="1">
                <a:solidFill>
                  <a:schemeClr val="bg1"/>
                </a:solidFill>
              </a:rPr>
              <a:t>ShowCriticaByEntryID</a:t>
            </a:r>
            <a:r>
              <a:rPr lang="pt-PT" dirty="0">
                <a:solidFill>
                  <a:schemeClr val="bg1"/>
                </a:solidFill>
              </a:rPr>
              <a:t> – Devolve todas as criticas de um filme/serie</a:t>
            </a:r>
          </a:p>
          <a:p>
            <a:endParaRPr lang="pt-PT" sz="1000" dirty="0">
              <a:solidFill>
                <a:schemeClr val="bg1"/>
              </a:solidFill>
            </a:endParaRPr>
          </a:p>
          <a:p>
            <a:r>
              <a:rPr lang="pt-PT" dirty="0" err="1">
                <a:solidFill>
                  <a:schemeClr val="bg1"/>
                </a:solidFill>
              </a:rPr>
              <a:t>ShowVotesByCriticaID</a:t>
            </a:r>
            <a:r>
              <a:rPr lang="pt-PT" dirty="0">
                <a:solidFill>
                  <a:schemeClr val="bg1"/>
                </a:solidFill>
              </a:rPr>
              <a:t> – Devolve o número total de </a:t>
            </a:r>
            <a:r>
              <a:rPr lang="pt-PT" dirty="0" err="1">
                <a:solidFill>
                  <a:schemeClr val="bg1"/>
                </a:solidFill>
              </a:rPr>
              <a:t>upvotes</a:t>
            </a:r>
            <a:r>
              <a:rPr lang="pt-PT" dirty="0">
                <a:solidFill>
                  <a:schemeClr val="bg1"/>
                </a:solidFill>
              </a:rPr>
              <a:t> e </a:t>
            </a:r>
            <a:r>
              <a:rPr lang="pt-PT" dirty="0" err="1">
                <a:solidFill>
                  <a:schemeClr val="bg1"/>
                </a:solidFill>
              </a:rPr>
              <a:t>downvotes</a:t>
            </a:r>
            <a:r>
              <a:rPr lang="pt-PT" dirty="0">
                <a:solidFill>
                  <a:schemeClr val="bg1"/>
                </a:solidFill>
              </a:rPr>
              <a:t> de uma critica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11574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CB96C-50CD-E97C-46FE-522F03E8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69895"/>
            <a:ext cx="8534400" cy="1507067"/>
          </a:xfrm>
        </p:spPr>
        <p:txBody>
          <a:bodyPr/>
          <a:lstStyle/>
          <a:p>
            <a:r>
              <a:rPr lang="pt-PT" dirty="0" err="1"/>
              <a:t>User</a:t>
            </a:r>
            <a:r>
              <a:rPr lang="pt-PT" dirty="0"/>
              <a:t> </a:t>
            </a:r>
            <a:r>
              <a:rPr lang="pt-PT" dirty="0" err="1"/>
              <a:t>Defined</a:t>
            </a:r>
            <a:r>
              <a:rPr lang="pt-PT" dirty="0"/>
              <a:t> </a:t>
            </a:r>
            <a:r>
              <a:rPr lang="pt-PT" dirty="0" err="1"/>
              <a:t>Functions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1EE8EB0-0B90-4B9B-3BA6-116D5AB53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240970"/>
            <a:ext cx="8982302" cy="5347135"/>
          </a:xfrm>
        </p:spPr>
        <p:txBody>
          <a:bodyPr>
            <a:normAutofit/>
          </a:bodyPr>
          <a:lstStyle/>
          <a:p>
            <a:r>
              <a:rPr lang="pt-PT" dirty="0" err="1">
                <a:solidFill>
                  <a:schemeClr val="bg1"/>
                </a:solidFill>
              </a:rPr>
              <a:t>ShowCriticaByUserID</a:t>
            </a:r>
            <a:r>
              <a:rPr lang="pt-PT" dirty="0">
                <a:solidFill>
                  <a:schemeClr val="bg1"/>
                </a:solidFill>
              </a:rPr>
              <a:t> – Devolve todas as criticas de um determinado utilizador</a:t>
            </a:r>
          </a:p>
          <a:p>
            <a:pPr marL="0" indent="0">
              <a:buNone/>
            </a:pPr>
            <a:endParaRPr lang="pt-PT" sz="1000" dirty="0">
              <a:solidFill>
                <a:schemeClr val="bg1"/>
              </a:solidFill>
            </a:endParaRPr>
          </a:p>
          <a:p>
            <a:r>
              <a:rPr lang="pt-PT" dirty="0" err="1">
                <a:solidFill>
                  <a:schemeClr val="bg1"/>
                </a:solidFill>
              </a:rPr>
              <a:t>ShowWatchlistByUserID</a:t>
            </a:r>
            <a:r>
              <a:rPr lang="pt-PT" dirty="0">
                <a:solidFill>
                  <a:schemeClr val="bg1"/>
                </a:solidFill>
              </a:rPr>
              <a:t> – Devolve todos os filmes/series da lista ver mais tarde do utilizador respetivo</a:t>
            </a:r>
          </a:p>
          <a:p>
            <a:endParaRPr lang="pt-PT" sz="1000" dirty="0">
              <a:solidFill>
                <a:schemeClr val="bg1"/>
              </a:solidFill>
            </a:endParaRPr>
          </a:p>
          <a:p>
            <a:r>
              <a:rPr lang="pt-PT" dirty="0" err="1">
                <a:solidFill>
                  <a:schemeClr val="bg1"/>
                </a:solidFill>
              </a:rPr>
              <a:t>ShowInfoActorByActorId</a:t>
            </a:r>
            <a:r>
              <a:rPr lang="pt-PT" dirty="0">
                <a:solidFill>
                  <a:schemeClr val="bg1"/>
                </a:solidFill>
              </a:rPr>
              <a:t> – Devolve todas as informações sobre o ator respetivo</a:t>
            </a:r>
          </a:p>
          <a:p>
            <a:endParaRPr lang="pt-PT" sz="1000" dirty="0">
              <a:solidFill>
                <a:schemeClr val="bg1"/>
              </a:solidFill>
            </a:endParaRPr>
          </a:p>
          <a:p>
            <a:r>
              <a:rPr lang="pt-PT" dirty="0" err="1">
                <a:solidFill>
                  <a:schemeClr val="bg1"/>
                </a:solidFill>
              </a:rPr>
              <a:t>ShowWhereCastByActorId</a:t>
            </a:r>
            <a:r>
              <a:rPr lang="pt-PT" dirty="0">
                <a:solidFill>
                  <a:schemeClr val="bg1"/>
                </a:solidFill>
              </a:rPr>
              <a:t> – Devolve todas os filmes/series onde o ator já participou</a:t>
            </a:r>
          </a:p>
          <a:p>
            <a:endParaRPr lang="pt-PT" sz="1000" dirty="0">
              <a:solidFill>
                <a:schemeClr val="bg1"/>
              </a:solidFill>
            </a:endParaRPr>
          </a:p>
          <a:p>
            <a:r>
              <a:rPr lang="pt-PT" dirty="0" err="1">
                <a:solidFill>
                  <a:schemeClr val="bg1"/>
                </a:solidFill>
              </a:rPr>
              <a:t>GetCategoriaByEntryId</a:t>
            </a:r>
            <a:r>
              <a:rPr lang="pt-PT" dirty="0">
                <a:solidFill>
                  <a:schemeClr val="bg1"/>
                </a:solidFill>
              </a:rPr>
              <a:t>(auxiliar) – Devolve todas as categorias de um certo filme/serie</a:t>
            </a:r>
          </a:p>
        </p:txBody>
      </p:sp>
    </p:spTree>
    <p:extLst>
      <p:ext uri="{BB962C8B-B14F-4D97-AF65-F5344CB8AC3E}">
        <p14:creationId xmlns:p14="http://schemas.microsoft.com/office/powerpoint/2010/main" val="435966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CB96C-50CD-E97C-46FE-522F03E8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69895"/>
            <a:ext cx="8534400" cy="1507067"/>
          </a:xfrm>
        </p:spPr>
        <p:txBody>
          <a:bodyPr/>
          <a:lstStyle/>
          <a:p>
            <a:r>
              <a:rPr lang="pt-PT" dirty="0" err="1"/>
              <a:t>User</a:t>
            </a:r>
            <a:r>
              <a:rPr lang="pt-PT" dirty="0"/>
              <a:t> </a:t>
            </a:r>
            <a:r>
              <a:rPr lang="pt-PT" dirty="0" err="1"/>
              <a:t>Defined</a:t>
            </a:r>
            <a:r>
              <a:rPr lang="pt-PT" dirty="0"/>
              <a:t> </a:t>
            </a:r>
            <a:r>
              <a:rPr lang="pt-PT" dirty="0" err="1"/>
              <a:t>Functions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1EE8EB0-0B90-4B9B-3BA6-116D5AB53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240970"/>
            <a:ext cx="8982302" cy="5347135"/>
          </a:xfrm>
        </p:spPr>
        <p:txBody>
          <a:bodyPr>
            <a:normAutofit/>
          </a:bodyPr>
          <a:lstStyle/>
          <a:p>
            <a:r>
              <a:rPr lang="pt-PT" dirty="0" err="1">
                <a:solidFill>
                  <a:schemeClr val="bg1"/>
                </a:solidFill>
              </a:rPr>
              <a:t>ShowInfoTeamByMembroId</a:t>
            </a:r>
            <a:r>
              <a:rPr lang="pt-PT" dirty="0">
                <a:solidFill>
                  <a:schemeClr val="bg1"/>
                </a:solidFill>
              </a:rPr>
              <a:t> - Devolve todas as informações sobre o membro da equipa respetivo</a:t>
            </a:r>
          </a:p>
          <a:p>
            <a:endParaRPr lang="pt-PT" dirty="0">
              <a:solidFill>
                <a:schemeClr val="bg1"/>
              </a:solidFill>
            </a:endParaRPr>
          </a:p>
          <a:p>
            <a:r>
              <a:rPr lang="pt-PT" dirty="0" err="1">
                <a:solidFill>
                  <a:schemeClr val="bg1"/>
                </a:solidFill>
              </a:rPr>
              <a:t>ShowWhereCastByMemberId</a:t>
            </a:r>
            <a:r>
              <a:rPr lang="pt-PT" dirty="0">
                <a:solidFill>
                  <a:schemeClr val="bg1"/>
                </a:solidFill>
              </a:rPr>
              <a:t> - Devolve todas os filmes/series onde o membro da equipa já participou</a:t>
            </a:r>
          </a:p>
          <a:p>
            <a:pPr marL="0" indent="0">
              <a:buNone/>
            </a:pPr>
            <a:endParaRPr lang="pt-P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226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CB96C-50CD-E97C-46FE-522F03E8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69895"/>
            <a:ext cx="8534400" cy="1507067"/>
          </a:xfrm>
        </p:spPr>
        <p:txBody>
          <a:bodyPr/>
          <a:lstStyle/>
          <a:p>
            <a:r>
              <a:rPr lang="pt-PT" dirty="0" err="1"/>
              <a:t>Triggers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1EE8EB0-0B90-4B9B-3BA6-116D5AB53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390261"/>
            <a:ext cx="8982302" cy="2332654"/>
          </a:xfrm>
        </p:spPr>
        <p:txBody>
          <a:bodyPr>
            <a:normAutofit/>
          </a:bodyPr>
          <a:lstStyle/>
          <a:p>
            <a:r>
              <a:rPr lang="pt-PT" dirty="0" err="1">
                <a:solidFill>
                  <a:schemeClr val="bg1"/>
                </a:solidFill>
              </a:rPr>
              <a:t>TriggerCritica</a:t>
            </a:r>
            <a:r>
              <a:rPr lang="pt-PT" dirty="0">
                <a:solidFill>
                  <a:schemeClr val="bg1"/>
                </a:solidFill>
              </a:rPr>
              <a:t> – ao inserir uma critica, a pontuação desta critica irá afetar a classificação global do filme</a:t>
            </a:r>
          </a:p>
          <a:p>
            <a:endParaRPr lang="pt-P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070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CB96C-50CD-E97C-46FE-522F03E8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507067"/>
          </a:xfrm>
        </p:spPr>
        <p:txBody>
          <a:bodyPr/>
          <a:lstStyle/>
          <a:p>
            <a:pPr algn="ctr"/>
            <a:r>
              <a:rPr lang="pt-PT" dirty="0"/>
              <a:t>DEMO</a:t>
            </a:r>
          </a:p>
        </p:txBody>
      </p:sp>
      <p:pic>
        <p:nvPicPr>
          <p:cNvPr id="4" name="Multimédia Online 3" title="BD FINAL">
            <a:hlinkClick r:id="" action="ppaction://media"/>
            <a:extLst>
              <a:ext uri="{FF2B5EF4-FFF2-40B4-BE49-F238E27FC236}">
                <a16:creationId xmlns:a16="http://schemas.microsoft.com/office/drawing/2014/main" id="{A2F7E399-272F-1F4F-12A2-765B6F88A80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88482" y="1171165"/>
            <a:ext cx="9815035" cy="554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2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etor">
  <a:themeElements>
    <a:clrScheme name="Se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304</TotalTime>
  <Words>452</Words>
  <Application>Microsoft Office PowerPoint</Application>
  <PresentationFormat>Ecrã Panorâmico</PresentationFormat>
  <Paragraphs>66</Paragraphs>
  <Slides>11</Slides>
  <Notes>0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Setor</vt:lpstr>
      <vt:lpstr>YourMedia – Base de dados de Críticas DE FILMES</vt:lpstr>
      <vt:lpstr>Introdução</vt:lpstr>
      <vt:lpstr>Diagrama Entidade Relacionamento</vt:lpstr>
      <vt:lpstr>Esquema Relacional</vt:lpstr>
      <vt:lpstr>Stored Procedures</vt:lpstr>
      <vt:lpstr>Stored Procedures</vt:lpstr>
      <vt:lpstr>User Defined Functions</vt:lpstr>
      <vt:lpstr>User Defined Functions</vt:lpstr>
      <vt:lpstr>User Defined Functions</vt:lpstr>
      <vt:lpstr>Triggers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YourMedia – Base de dados de Críticas DE FILMES</dc:title>
  <dc:creator>Nuno Cunha</dc:creator>
  <cp:lastModifiedBy>Nuno Cunha</cp:lastModifiedBy>
  <cp:revision>7</cp:revision>
  <dcterms:created xsi:type="dcterms:W3CDTF">2022-06-20T17:14:50Z</dcterms:created>
  <dcterms:modified xsi:type="dcterms:W3CDTF">2022-06-22T09:39:46Z</dcterms:modified>
</cp:coreProperties>
</file>